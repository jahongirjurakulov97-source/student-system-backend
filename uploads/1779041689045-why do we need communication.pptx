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13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460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936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9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67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30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77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26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91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79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02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0783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55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065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400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267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97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50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chemeClr val="tx1"/>
                </a:solidFill>
              </a:rPr>
              <a:t>WHY DO WE NEED COMMUNICATION?</a:t>
            </a:r>
            <a:endParaRPr lang="ru-RU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599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76614" y="1340768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</a:t>
            </a:r>
            <a:r>
              <a:rPr lang="en-US" sz="2800" dirty="0" smtClean="0">
                <a:solidFill>
                  <a:schemeClr val="accent4"/>
                </a:solidFill>
              </a:rPr>
              <a:t>Game</a:t>
            </a:r>
            <a:r>
              <a:rPr lang="en-US" sz="2800" dirty="0">
                <a:solidFill>
                  <a:schemeClr val="accent4"/>
                </a:solidFill>
              </a:rPr>
              <a:t>: Two Truths and a Lie</a:t>
            </a:r>
          </a:p>
          <a:p>
            <a:endParaRPr lang="en-US" dirty="0"/>
          </a:p>
          <a:p>
            <a:r>
              <a:rPr lang="en-US" dirty="0"/>
              <a:t>* Write 3 sentences about yourself.</a:t>
            </a:r>
          </a:p>
          <a:p>
            <a:r>
              <a:rPr lang="en-US" dirty="0"/>
              <a:t>* 2 must be true ✅</a:t>
            </a:r>
          </a:p>
          <a:p>
            <a:r>
              <a:rPr lang="en-US" dirty="0"/>
              <a:t>* 1 must be a lie ❌</a:t>
            </a:r>
          </a:p>
          <a:p>
            <a:r>
              <a:rPr lang="en-US" dirty="0"/>
              <a:t>* Friends guess the lie! 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1251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Sharing Information and Ideas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It allows us to exchange knowledge, thoughts, and experiences, which helps learning and innovation.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6785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Building Relationships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 Communication helps create trust, understanding, and emotional bonds in families, friendships, and workplaces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9304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Expressing Needs and Feelings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– It enables us to express emotions, needs, and desires so others can understand and respond appropriately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3699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Problem-Solving and Decision-Making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Clear communication helps people work together, resolve conflicts, and make better decisions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452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Cultural and Social Development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 Through communication, societies pass down traditions, values, and culture from one generation to another.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67638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Personal and Professional </a:t>
            </a:r>
            <a:r>
              <a:rPr lang="en-US" dirty="0" err="1"/>
              <a:t>Succes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 Good communication skills are critical for education, career growth, teamwork, and leadership.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9820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</a:t>
            </a:r>
            <a:r>
              <a:rPr lang="en-US" dirty="0"/>
              <a:t>v</a:t>
            </a:r>
            <a:r>
              <a:rPr lang="ru-RU" dirty="0" err="1" smtClean="0"/>
              <a:t>ocabul</a:t>
            </a:r>
            <a:r>
              <a:rPr lang="en-US" dirty="0" err="1"/>
              <a:t>ary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09599" y="1772816"/>
            <a:ext cx="6347714" cy="3880773"/>
          </a:xfrm>
        </p:spPr>
        <p:txBody>
          <a:bodyPr/>
          <a:lstStyle/>
          <a:p>
            <a:r>
              <a:rPr lang="ru-RU" dirty="0" err="1"/>
              <a:t>Exchange</a:t>
            </a:r>
            <a:r>
              <a:rPr lang="ru-RU" dirty="0"/>
              <a:t> </a:t>
            </a:r>
            <a:r>
              <a:rPr lang="ru-RU" dirty="0" err="1"/>
              <a:t>information</a:t>
            </a:r>
            <a:r>
              <a:rPr lang="ru-RU" dirty="0"/>
              <a:t> – </a:t>
            </a:r>
            <a:r>
              <a:rPr lang="ru-RU" dirty="0" err="1"/>
              <a:t>ma’lumot</a:t>
            </a:r>
            <a:r>
              <a:rPr lang="ru-RU" dirty="0"/>
              <a:t> </a:t>
            </a:r>
            <a:r>
              <a:rPr lang="ru-RU" dirty="0" err="1"/>
              <a:t>almashmoq</a:t>
            </a:r>
            <a:endParaRPr lang="ru-RU" dirty="0"/>
          </a:p>
          <a:p>
            <a:r>
              <a:rPr lang="ru-RU" dirty="0" err="1" smtClean="0"/>
              <a:t>Express</a:t>
            </a:r>
            <a:r>
              <a:rPr lang="ru-RU" dirty="0" smtClean="0"/>
              <a:t> </a:t>
            </a:r>
            <a:r>
              <a:rPr lang="ru-RU" dirty="0" err="1"/>
              <a:t>emotions</a:t>
            </a:r>
            <a:r>
              <a:rPr lang="ru-RU" dirty="0"/>
              <a:t> – </a:t>
            </a:r>
            <a:r>
              <a:rPr lang="ru-RU" dirty="0" err="1"/>
              <a:t>his-tuyg‘ularni</a:t>
            </a:r>
            <a:r>
              <a:rPr lang="ru-RU" dirty="0"/>
              <a:t> </a:t>
            </a:r>
            <a:r>
              <a:rPr lang="ru-RU" dirty="0" err="1"/>
              <a:t>ifodalamoq</a:t>
            </a:r>
            <a:endParaRPr lang="ru-RU" dirty="0"/>
          </a:p>
          <a:p>
            <a:r>
              <a:rPr lang="ru-RU" dirty="0" smtClean="0"/>
              <a:t> </a:t>
            </a:r>
            <a:r>
              <a:rPr lang="ru-RU" dirty="0" err="1"/>
              <a:t>Build</a:t>
            </a:r>
            <a:r>
              <a:rPr lang="ru-RU" dirty="0"/>
              <a:t> </a:t>
            </a:r>
            <a:r>
              <a:rPr lang="ru-RU" dirty="0" err="1"/>
              <a:t>relationships</a:t>
            </a:r>
            <a:r>
              <a:rPr lang="ru-RU" dirty="0"/>
              <a:t> – </a:t>
            </a:r>
            <a:r>
              <a:rPr lang="ru-RU" dirty="0" err="1"/>
              <a:t>munosabatlarni</a:t>
            </a:r>
            <a:r>
              <a:rPr lang="ru-RU" dirty="0"/>
              <a:t> </a:t>
            </a:r>
            <a:r>
              <a:rPr lang="ru-RU" dirty="0" err="1"/>
              <a:t>qurmoq</a:t>
            </a:r>
            <a:endParaRPr lang="ru-RU" dirty="0"/>
          </a:p>
          <a:p>
            <a:r>
              <a:rPr lang="ru-RU" dirty="0" err="1" smtClean="0"/>
              <a:t>Strengthen</a:t>
            </a:r>
            <a:r>
              <a:rPr lang="ru-RU" dirty="0" smtClean="0"/>
              <a:t> </a:t>
            </a:r>
            <a:r>
              <a:rPr lang="ru-RU" dirty="0" err="1"/>
              <a:t>bonds</a:t>
            </a:r>
            <a:r>
              <a:rPr lang="ru-RU" dirty="0"/>
              <a:t> – </a:t>
            </a:r>
            <a:r>
              <a:rPr lang="ru-RU" dirty="0" err="1"/>
              <a:t>rishtalarni</a:t>
            </a:r>
            <a:r>
              <a:rPr lang="ru-RU" dirty="0"/>
              <a:t> </a:t>
            </a:r>
            <a:r>
              <a:rPr lang="ru-RU" dirty="0" err="1"/>
              <a:t>mustahkamlash</a:t>
            </a:r>
            <a:endParaRPr lang="ru-RU" dirty="0"/>
          </a:p>
          <a:p>
            <a:r>
              <a:rPr lang="ru-RU" dirty="0" smtClean="0"/>
              <a:t> </a:t>
            </a:r>
            <a:r>
              <a:rPr lang="ru-RU" dirty="0" err="1"/>
              <a:t>Effective</a:t>
            </a:r>
            <a:r>
              <a:rPr lang="ru-RU" dirty="0"/>
              <a:t> </a:t>
            </a:r>
            <a:r>
              <a:rPr lang="ru-RU" dirty="0" err="1"/>
              <a:t>communication</a:t>
            </a:r>
            <a:r>
              <a:rPr lang="ru-RU" dirty="0"/>
              <a:t> – </a:t>
            </a:r>
            <a:r>
              <a:rPr lang="ru-RU" dirty="0" err="1"/>
              <a:t>samarali</a:t>
            </a:r>
            <a:r>
              <a:rPr lang="ru-RU" dirty="0"/>
              <a:t> </a:t>
            </a:r>
            <a:r>
              <a:rPr lang="ru-RU" dirty="0" err="1"/>
              <a:t>muloqot</a:t>
            </a:r>
            <a:endParaRPr lang="ru-RU" dirty="0"/>
          </a:p>
          <a:p>
            <a:r>
              <a:rPr lang="ru-RU" dirty="0" err="1" smtClean="0"/>
              <a:t>Miscommunication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err="1"/>
              <a:t>noto‘g‘ri</a:t>
            </a:r>
            <a:r>
              <a:rPr lang="ru-RU" dirty="0"/>
              <a:t> </a:t>
            </a:r>
            <a:r>
              <a:rPr lang="ru-RU" dirty="0" err="1"/>
              <a:t>tushunish</a:t>
            </a:r>
            <a:endParaRPr lang="ru-RU" dirty="0"/>
          </a:p>
          <a:p>
            <a:r>
              <a:rPr lang="ru-RU" dirty="0" smtClean="0"/>
              <a:t> </a:t>
            </a:r>
            <a:r>
              <a:rPr lang="ru-RU" dirty="0" err="1"/>
              <a:t>Conflict</a:t>
            </a:r>
            <a:r>
              <a:rPr lang="ru-RU" dirty="0"/>
              <a:t> </a:t>
            </a:r>
            <a:r>
              <a:rPr lang="ru-RU" dirty="0" err="1"/>
              <a:t>resolution</a:t>
            </a:r>
            <a:r>
              <a:rPr lang="ru-RU" dirty="0"/>
              <a:t> – </a:t>
            </a:r>
            <a:r>
              <a:rPr lang="ru-RU" dirty="0" err="1"/>
              <a:t>nizolarni</a:t>
            </a:r>
            <a:r>
              <a:rPr lang="ru-RU" dirty="0"/>
              <a:t> </a:t>
            </a:r>
            <a:r>
              <a:rPr lang="ru-RU" dirty="0" err="1"/>
              <a:t>hal</a:t>
            </a:r>
            <a:r>
              <a:rPr lang="ru-RU" dirty="0"/>
              <a:t> </a:t>
            </a:r>
            <a:r>
              <a:rPr lang="ru-RU" dirty="0" err="1"/>
              <a:t>qilish</a:t>
            </a:r>
            <a:endParaRPr lang="ru-RU" dirty="0"/>
          </a:p>
          <a:p>
            <a:r>
              <a:rPr lang="ru-RU" dirty="0" smtClean="0"/>
              <a:t> </a:t>
            </a:r>
            <a:r>
              <a:rPr lang="ru-RU" dirty="0" err="1"/>
              <a:t>Teamwork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collaboration</a:t>
            </a:r>
            <a:r>
              <a:rPr lang="ru-RU" dirty="0"/>
              <a:t> – </a:t>
            </a:r>
            <a:r>
              <a:rPr lang="ru-RU" dirty="0" err="1"/>
              <a:t>jamoaviy</a:t>
            </a:r>
            <a:r>
              <a:rPr lang="ru-RU" dirty="0"/>
              <a:t> </a:t>
            </a:r>
            <a:r>
              <a:rPr lang="ru-RU" dirty="0" err="1"/>
              <a:t>ish</a:t>
            </a:r>
            <a:r>
              <a:rPr lang="ru-RU" dirty="0"/>
              <a:t> </a:t>
            </a:r>
            <a:r>
              <a:rPr lang="ru-RU" dirty="0" err="1"/>
              <a:t>va</a:t>
            </a:r>
            <a:r>
              <a:rPr lang="ru-RU" dirty="0"/>
              <a:t> </a:t>
            </a:r>
            <a:r>
              <a:rPr lang="ru-RU" dirty="0" err="1"/>
              <a:t>hamkorlik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91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99" y="1340768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 smtClean="0"/>
              <a:t>Non-verbal </a:t>
            </a:r>
            <a:r>
              <a:rPr lang="en-US" dirty="0"/>
              <a:t>communication – </a:t>
            </a:r>
            <a:r>
              <a:rPr lang="en-US" dirty="0" err="1"/>
              <a:t>og‘zaki</a:t>
            </a:r>
            <a:r>
              <a:rPr lang="en-US" dirty="0"/>
              <a:t> </a:t>
            </a:r>
            <a:r>
              <a:rPr lang="en-US" dirty="0" err="1"/>
              <a:t>bo‘lmagan</a:t>
            </a:r>
            <a:r>
              <a:rPr lang="en-US" dirty="0"/>
              <a:t> </a:t>
            </a:r>
            <a:r>
              <a:rPr lang="en-US" dirty="0" err="1"/>
              <a:t>muloqot</a:t>
            </a:r>
            <a:r>
              <a:rPr lang="en-US" dirty="0"/>
              <a:t> (</a:t>
            </a:r>
            <a:r>
              <a:rPr lang="en-US" dirty="0" err="1"/>
              <a:t>imo-ishora</a:t>
            </a:r>
            <a:r>
              <a:rPr lang="en-US" dirty="0"/>
              <a:t>, </a:t>
            </a:r>
            <a:r>
              <a:rPr lang="en-US" dirty="0" err="1"/>
              <a:t>tana</a:t>
            </a:r>
            <a:r>
              <a:rPr lang="en-US" dirty="0"/>
              <a:t> </a:t>
            </a:r>
            <a:r>
              <a:rPr lang="en-US" dirty="0" err="1"/>
              <a:t>tili</a:t>
            </a:r>
            <a:r>
              <a:rPr lang="en-US" dirty="0"/>
              <a:t>)</a:t>
            </a:r>
          </a:p>
          <a:p>
            <a:r>
              <a:rPr lang="en-US" dirty="0" smtClean="0"/>
              <a:t> </a:t>
            </a:r>
            <a:r>
              <a:rPr lang="en-US" dirty="0"/>
              <a:t>Cross-cultural communication –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madaniyatlar</a:t>
            </a:r>
            <a:r>
              <a:rPr lang="en-US" dirty="0"/>
              <a:t> </a:t>
            </a:r>
            <a:r>
              <a:rPr lang="en-US" dirty="0" err="1"/>
              <a:t>o‘rtasida</a:t>
            </a:r>
            <a:r>
              <a:rPr lang="en-US" dirty="0"/>
              <a:t> </a:t>
            </a:r>
            <a:r>
              <a:rPr lang="en-US" dirty="0" err="1"/>
              <a:t>muloqot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To convey a message – </a:t>
            </a:r>
            <a:r>
              <a:rPr lang="en-US" dirty="0" err="1"/>
              <a:t>xabar</a:t>
            </a:r>
            <a:r>
              <a:rPr lang="en-US" dirty="0"/>
              <a:t> </a:t>
            </a:r>
            <a:r>
              <a:rPr lang="en-US" dirty="0" err="1"/>
              <a:t>yetkazmoq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Mutual understanding – </a:t>
            </a:r>
            <a:r>
              <a:rPr lang="en-US" dirty="0" err="1"/>
              <a:t>o‘zaro</a:t>
            </a:r>
            <a:r>
              <a:rPr lang="en-US" dirty="0"/>
              <a:t> </a:t>
            </a:r>
            <a:r>
              <a:rPr lang="en-US" dirty="0" err="1"/>
              <a:t>tushunish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Social interaction – </a:t>
            </a:r>
            <a:r>
              <a:rPr lang="en-US" dirty="0" err="1"/>
              <a:t>ijtimoiy</a:t>
            </a:r>
            <a:r>
              <a:rPr lang="en-US" dirty="0"/>
              <a:t> </a:t>
            </a:r>
            <a:r>
              <a:rPr lang="en-US" dirty="0" err="1"/>
              <a:t>muloqot</a:t>
            </a:r>
            <a:endParaRPr lang="en-US" dirty="0"/>
          </a:p>
          <a:p>
            <a:r>
              <a:rPr lang="en-US" dirty="0" smtClean="0"/>
              <a:t>Communication </a:t>
            </a:r>
            <a:r>
              <a:rPr lang="en-US" dirty="0"/>
              <a:t>barrier – </a:t>
            </a:r>
            <a:r>
              <a:rPr lang="en-US" dirty="0" err="1"/>
              <a:t>muloqot</a:t>
            </a:r>
            <a:r>
              <a:rPr lang="en-US" dirty="0"/>
              <a:t> </a:t>
            </a:r>
            <a:r>
              <a:rPr lang="en-US" dirty="0" err="1"/>
              <a:t>to‘siqlari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Enhance understanding – </a:t>
            </a:r>
            <a:r>
              <a:rPr lang="en-US" dirty="0" err="1"/>
              <a:t>tushunishni</a:t>
            </a:r>
            <a:r>
              <a:rPr lang="en-US" dirty="0"/>
              <a:t> </a:t>
            </a:r>
            <a:r>
              <a:rPr lang="en-US" dirty="0" err="1"/>
              <a:t>kuchaytirish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736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596032"/>
            <a:ext cx="6347713" cy="1320800"/>
          </a:xfrm>
        </p:spPr>
        <p:txBody>
          <a:bodyPr/>
          <a:lstStyle/>
          <a:p>
            <a:r>
              <a:rPr lang="en-US" dirty="0" smtClean="0"/>
              <a:t>Intermediate vocabulary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916832"/>
            <a:ext cx="6347714" cy="3880773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1. Talk to people – </a:t>
            </a:r>
            <a:r>
              <a:rPr lang="en-US" dirty="0" err="1"/>
              <a:t>odamlar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gaplashmoq</a:t>
            </a:r>
            <a:endParaRPr lang="en-US" dirty="0"/>
          </a:p>
          <a:p>
            <a:r>
              <a:rPr lang="en-US" dirty="0"/>
              <a:t>2. Share ideas – </a:t>
            </a:r>
            <a:r>
              <a:rPr lang="en-US" dirty="0" err="1"/>
              <a:t>fikr</a:t>
            </a:r>
            <a:r>
              <a:rPr lang="en-US" dirty="0"/>
              <a:t> </a:t>
            </a:r>
            <a:r>
              <a:rPr lang="en-US" dirty="0" err="1"/>
              <a:t>almashmoq</a:t>
            </a:r>
            <a:endParaRPr lang="en-US" dirty="0"/>
          </a:p>
          <a:p>
            <a:r>
              <a:rPr lang="en-US" dirty="0"/>
              <a:t>3. Ask questions – </a:t>
            </a:r>
            <a:r>
              <a:rPr lang="en-US" dirty="0" err="1"/>
              <a:t>savol</a:t>
            </a:r>
            <a:r>
              <a:rPr lang="en-US" dirty="0"/>
              <a:t> </a:t>
            </a:r>
            <a:r>
              <a:rPr lang="en-US" dirty="0" err="1"/>
              <a:t>bermoq</a:t>
            </a:r>
            <a:endParaRPr lang="en-US" dirty="0"/>
          </a:p>
          <a:p>
            <a:r>
              <a:rPr lang="en-US" dirty="0"/>
              <a:t>4. Give information –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bermoq</a:t>
            </a:r>
            <a:endParaRPr lang="en-US" dirty="0"/>
          </a:p>
          <a:p>
            <a:r>
              <a:rPr lang="en-US" dirty="0"/>
              <a:t>5. Understand each other – </a:t>
            </a:r>
            <a:r>
              <a:rPr lang="en-US" dirty="0" err="1"/>
              <a:t>bir-birini</a:t>
            </a:r>
            <a:r>
              <a:rPr lang="en-US" dirty="0"/>
              <a:t> </a:t>
            </a:r>
            <a:r>
              <a:rPr lang="en-US" dirty="0" err="1"/>
              <a:t>tushunmoq</a:t>
            </a:r>
            <a:endParaRPr lang="en-US" dirty="0"/>
          </a:p>
          <a:p>
            <a:r>
              <a:rPr lang="en-US" dirty="0"/>
              <a:t>6. Work together – </a:t>
            </a:r>
            <a:r>
              <a:rPr lang="en-US" dirty="0" err="1"/>
              <a:t>birgalikda</a:t>
            </a:r>
            <a:r>
              <a:rPr lang="en-US" dirty="0"/>
              <a:t> </a:t>
            </a:r>
            <a:r>
              <a:rPr lang="en-US" dirty="0" err="1"/>
              <a:t>ishlamoq</a:t>
            </a:r>
            <a:endParaRPr lang="en-US" dirty="0"/>
          </a:p>
          <a:p>
            <a:r>
              <a:rPr lang="en-US" dirty="0"/>
              <a:t>7. Solve problems – </a:t>
            </a:r>
            <a:r>
              <a:rPr lang="en-US" dirty="0" err="1"/>
              <a:t>muammolarni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qilmoq</a:t>
            </a:r>
            <a:endParaRPr lang="en-US" dirty="0"/>
          </a:p>
          <a:p>
            <a:r>
              <a:rPr lang="en-US" dirty="0"/>
              <a:t>8. Make friends – </a:t>
            </a:r>
            <a:r>
              <a:rPr lang="en-US" dirty="0" err="1"/>
              <a:t>do‘st</a:t>
            </a:r>
            <a:r>
              <a:rPr lang="en-US" dirty="0"/>
              <a:t> </a:t>
            </a:r>
            <a:r>
              <a:rPr lang="en-US" dirty="0" err="1"/>
              <a:t>orttirmoq</a:t>
            </a:r>
            <a:endParaRPr lang="en-US" dirty="0"/>
          </a:p>
          <a:p>
            <a:r>
              <a:rPr lang="en-US" dirty="0"/>
              <a:t>9. Show feelings – his-</a:t>
            </a:r>
            <a:r>
              <a:rPr lang="en-US" dirty="0" err="1"/>
              <a:t>tuyg‘ularni</a:t>
            </a:r>
            <a:r>
              <a:rPr lang="en-US" dirty="0"/>
              <a:t> </a:t>
            </a:r>
            <a:r>
              <a:rPr lang="en-US" dirty="0" err="1"/>
              <a:t>ko‘rsatmoq</a:t>
            </a:r>
            <a:endParaRPr lang="en-US" dirty="0"/>
          </a:p>
          <a:p>
            <a:r>
              <a:rPr lang="en-US" dirty="0"/>
              <a:t>10. Body language – </a:t>
            </a:r>
            <a:r>
              <a:rPr lang="en-US" dirty="0" err="1"/>
              <a:t>tana</a:t>
            </a:r>
            <a:r>
              <a:rPr lang="en-US" dirty="0"/>
              <a:t> </a:t>
            </a:r>
            <a:r>
              <a:rPr lang="en-US" dirty="0" err="1"/>
              <a:t>til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815429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TM02900688[[fn=Аспект]]</Template>
  <TotalTime>26</TotalTime>
  <Words>352</Words>
  <Application>Microsoft Office PowerPoint</Application>
  <PresentationFormat>Экран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Аспект</vt:lpstr>
      <vt:lpstr>WHY DO WE NEED COMMUNICATION?</vt:lpstr>
      <vt:lpstr>Презентация PowerPoint</vt:lpstr>
      <vt:lpstr> Sharing Information and Ideas</vt:lpstr>
      <vt:lpstr> Building Relationships</vt:lpstr>
      <vt:lpstr>Expressing Needs and Feelings</vt:lpstr>
      <vt:lpstr>Problem-Solving and Decision-Making </vt:lpstr>
      <vt:lpstr> Cultural and Social Development</vt:lpstr>
      <vt:lpstr> Personal and Professional Succes</vt:lpstr>
      <vt:lpstr>Advanced vocabulary </vt:lpstr>
      <vt:lpstr>Презентация PowerPoint</vt:lpstr>
      <vt:lpstr>Intermediate vocabulary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3</cp:revision>
  <dcterms:created xsi:type="dcterms:W3CDTF">2025-09-02T18:46:59Z</dcterms:created>
  <dcterms:modified xsi:type="dcterms:W3CDTF">2025-09-02T19:13:59Z</dcterms:modified>
</cp:coreProperties>
</file>